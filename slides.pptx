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8000">
                <a:solidFill>
                  <a:srgbClr val="FFFFFF"/>
                </a:solidFill>
              </a:rPr>
              <a:t> The Mighty Lion</a:t>
            </a:r>
          </a:p>
          <a:p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FFFFFF"/>
                </a:solidFill>
              </a:rPr>
              <a:t> Introduction to Lions</a:t>
            </a:r>
          </a:p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- Overview of Lions</a:t>
            </a:r>
          </a:p>
          <a:p>
            <a:r>
              <a:rPr sz="1800">
                <a:solidFill>
                  <a:srgbClr val="FFFFFF"/>
                </a:solidFill>
              </a:rPr>
              <a:t>- Historical Significance of Lions</a:t>
            </a:r>
          </a:p>
          <a:p>
            <a:r>
              <a:rPr sz="1800">
                <a:solidFill>
                  <a:srgbClr val="FFFFFF"/>
                </a:solidFill>
              </a:rPr>
              <a:t>- Symbolic Representations of Lions in Different Cultures</a:t>
            </a:r>
          </a:p>
          <a:p>
            <a:r>
              <a:rPr sz="1800">
                <a:solidFill>
                  <a:srgbClr val="FFFFFF"/>
                </a:solidFill>
              </a:rPr>
              <a:t>- Famous Lions in Literature and Movies</a:t>
            </a:r>
          </a:p>
        </p:txBody>
      </p:sp>
      <p:pic>
        <p:nvPicPr>
          <p:cNvPr id="4" name="Picture 3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 Physical Characteristics</a:t>
            </a:r>
          </a:p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- Anatomy and Physiology of Lions</a:t>
            </a:r>
          </a:p>
          <a:p>
            <a:r>
              <a:rPr sz="1800">
                <a:solidFill>
                  <a:srgbClr val="FFFFFF"/>
                </a:solidFill>
              </a:rPr>
              <a:t>- Differences between Male and Female Lions</a:t>
            </a:r>
          </a:p>
          <a:p>
            <a:r>
              <a:rPr sz="1800">
                <a:solidFill>
                  <a:srgbClr val="FFFFFF"/>
                </a:solidFill>
              </a:rPr>
              <a:t>- Color and Pattern of Lions' Fur</a:t>
            </a:r>
          </a:p>
          <a:p>
            <a:r>
              <a:rPr sz="1800">
                <a:solidFill>
                  <a:srgbClr val="FFFFFF"/>
                </a:solidFill>
              </a:rPr>
              <a:t>- Unique Features of Lions like Manes, Whiskers, and Paws</a:t>
            </a:r>
          </a:p>
        </p:txBody>
      </p:sp>
      <p:pic>
        <p:nvPicPr>
          <p:cNvPr id="4" name="Picture 3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000" b="1">
                <a:solidFill>
                  <a:srgbClr val="FFFFFF"/>
                </a:solidFill>
              </a:rPr>
              <a:t> Habitat and Distribution</a:t>
            </a:r>
          </a:p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- Range of Lions</a:t>
            </a:r>
          </a:p>
          <a:p>
            <a:r>
              <a:rPr sz="1800">
                <a:solidFill>
                  <a:srgbClr val="FFFFFF"/>
                </a:solidFill>
              </a:rPr>
              <a:t>- Types of Ecosystems where Lions Thrive</a:t>
            </a:r>
          </a:p>
          <a:p>
            <a:r>
              <a:rPr sz="1800">
                <a:solidFill>
                  <a:srgbClr val="FFFFFF"/>
                </a:solidFill>
              </a:rPr>
              <a:t>- Challenges Encountered by Lions in their Habitat</a:t>
            </a:r>
          </a:p>
          <a:p>
            <a:r>
              <a:rPr sz="1800">
                <a:solidFill>
                  <a:srgbClr val="FFFFFF"/>
                </a:solidFill>
              </a:rPr>
              <a:t>- How Human Activity Affects Lion Populations</a:t>
            </a:r>
          </a:p>
        </p:txBody>
      </p:sp>
      <p:pic>
        <p:nvPicPr>
          <p:cNvPr id="4" name="Picture 3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 Behavior and Social Structure</a:t>
            </a:r>
          </a:p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- Organization of Lion Pride</a:t>
            </a:r>
          </a:p>
          <a:p>
            <a:r>
              <a:rPr sz="1800">
                <a:solidFill>
                  <a:srgbClr val="FFFFFF"/>
                </a:solidFill>
              </a:rPr>
              <a:t>- Role of Male and Female Lions in the Pride</a:t>
            </a:r>
          </a:p>
          <a:p>
            <a:r>
              <a:rPr sz="1800">
                <a:solidFill>
                  <a:srgbClr val="FFFFFF"/>
                </a:solidFill>
              </a:rPr>
              <a:t>- Communication and Vocalization of Lions</a:t>
            </a:r>
          </a:p>
          <a:p>
            <a:r>
              <a:rPr sz="1800">
                <a:solidFill>
                  <a:srgbClr val="FFFFFF"/>
                </a:solidFill>
              </a:rPr>
              <a:t>- Playful and Affectionate Behaviors of Lions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 Hunting and Feeding Habits</a:t>
            </a:r>
          </a:p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- Hunting Techniques of Lions</a:t>
            </a:r>
          </a:p>
          <a:p>
            <a:r>
              <a:rPr sz="1800">
                <a:solidFill>
                  <a:srgbClr val="FFFFFF"/>
                </a:solidFill>
              </a:rPr>
              <a:t>- Diet of Lions</a:t>
            </a:r>
          </a:p>
          <a:p>
            <a:r>
              <a:rPr sz="1800">
                <a:solidFill>
                  <a:srgbClr val="FFFFFF"/>
                </a:solidFill>
              </a:rPr>
              <a:t>- Competition with Other Predatory Animals for Food</a:t>
            </a:r>
          </a:p>
          <a:p>
            <a:r>
              <a:rPr sz="1800">
                <a:solidFill>
                  <a:srgbClr val="FFFFFF"/>
                </a:solidFill>
              </a:rPr>
              <a:t>- Role of Hunting in Lion Social Structure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 Conservation Status</a:t>
            </a:r>
          </a:p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- Threats to Lion Populations</a:t>
            </a:r>
          </a:p>
          <a:p>
            <a:r>
              <a:rPr sz="1800">
                <a:solidFill>
                  <a:srgbClr val="FFFFFF"/>
                </a:solidFill>
              </a:rPr>
              <a:t>- Conservation Efforts to Protect Lions</a:t>
            </a:r>
          </a:p>
          <a:p>
            <a:r>
              <a:rPr sz="1800">
                <a:solidFill>
                  <a:srgbClr val="FFFFFF"/>
                </a:solidFill>
              </a:rPr>
              <a:t>- Role of Zoos and Conservation Organizations in Lion Conservation</a:t>
            </a:r>
          </a:p>
          <a:p>
            <a:r>
              <a:rPr sz="1800">
                <a:solidFill>
                  <a:srgbClr val="FFFFFF"/>
                </a:solidFill>
              </a:rPr>
              <a:t>- Success Stories in Lion Conservation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 Interesting Facts about Lions</a:t>
            </a:r>
          </a:p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- Records and Statistics about Lions</a:t>
            </a:r>
          </a:p>
          <a:p>
            <a:r>
              <a:rPr sz="1800">
                <a:solidFill>
                  <a:srgbClr val="FFFFFF"/>
                </a:solidFill>
              </a:rPr>
              <a:t>- Mystical Beliefs Associated with Lions</a:t>
            </a:r>
          </a:p>
          <a:p>
            <a:r>
              <a:rPr sz="1800">
                <a:solidFill>
                  <a:srgbClr val="FFFFFF"/>
                </a:solidFill>
              </a:rPr>
              <a:t>- How Lions Inspire Art, Fashion, and Pop Culture</a:t>
            </a:r>
          </a:p>
          <a:p>
            <a:r>
              <a:rPr sz="1800">
                <a:solidFill>
                  <a:srgbClr val="FFFFFF"/>
                </a:solidFill>
              </a:rPr>
              <a:t>- Quirky and Surprising Facts about Lions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